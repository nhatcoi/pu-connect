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96374" autoAdjust="0"/>
  </p:normalViewPr>
  <p:slideViewPr>
    <p:cSldViewPr snapToGrid="0">
      <p:cViewPr varScale="1">
        <p:scale>
          <a:sx n="78" d="100"/>
          <a:sy n="78" d="100"/>
        </p:scale>
        <p:origin x="105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5026" y="6353004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8310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872110" y="-2030424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2110" y="-782219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794" y="6362529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593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10405835" y="6593718"/>
            <a:ext cx="1653425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baseline="0">
                <a:solidFill>
                  <a:srgbClr val="22377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CHỦ ĐỀ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F4D4A-FD71-41E6-BED5-CF551BFDBC37}" type="datetimeFigureOut">
              <a:rPr lang="en-US" smtClean="0"/>
              <a:t>23/6/2024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486" y="3782987"/>
            <a:ext cx="11219542" cy="90681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TRỊ LOGISTICS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1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59"/>
            <a:ext cx="11700324" cy="60458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223771"/>
                </a:solidFill>
              </a:defRPr>
            </a:lvl1pPr>
          </a:lstStyle>
          <a:p>
            <a:pPr algn="ctr"/>
            <a:br>
              <a:rPr lang="en-US" sz="3300" dirty="0"/>
            </a:br>
            <a:br>
              <a:rPr lang="en-US" sz="3300" dirty="0"/>
            </a:br>
            <a:r>
              <a:rPr lang="en-US" sz="4000" dirty="0"/>
              <a:t>Bộ </a:t>
            </a:r>
            <a:r>
              <a:rPr lang="en-US" sz="4000" dirty="0" err="1"/>
              <a:t>môn</a:t>
            </a:r>
            <a:br>
              <a:rPr lang="en-US" sz="4000" dirty="0"/>
            </a:br>
            <a:r>
              <a:rPr lang="en-US" sz="4000" dirty="0"/>
              <a:t> </a:t>
            </a:r>
            <a:br>
              <a:rPr lang="en-US" sz="3600" dirty="0"/>
            </a:br>
            <a:r>
              <a:rPr lang="en-US" sz="4200" dirty="0"/>
              <a:t>LOGISTICS VÀ QUẢN LÝ CHUỖI CUNG ỨNG</a:t>
            </a:r>
            <a:br>
              <a:rPr lang="en-US" sz="4000" dirty="0"/>
            </a:br>
            <a:br>
              <a:rPr lang="en-US" sz="3600" dirty="0"/>
            </a:br>
            <a:r>
              <a:rPr lang="en-US" sz="4400" i="1" dirty="0"/>
              <a:t>Department of </a:t>
            </a:r>
            <a:br>
              <a:rPr lang="en-US" sz="4400" i="1" dirty="0"/>
            </a:br>
            <a:r>
              <a:rPr lang="en-US" sz="4800" i="1" dirty="0"/>
              <a:t>Logistics &amp; Supply Chain Management</a:t>
            </a:r>
            <a:br>
              <a:rPr lang="en-US" sz="3300" dirty="0"/>
            </a:b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06986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223771"/>
                </a:solidFill>
              </a:defRPr>
            </a:lvl1pPr>
          </a:lstStyle>
          <a:p>
            <a:endParaRPr lang="en-US" sz="3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778A4-BBDF-851C-5B78-64506E277257}"/>
              </a:ext>
            </a:extLst>
          </p:cNvPr>
          <p:cNvSpPr txBox="1"/>
          <p:nvPr/>
        </p:nvSpPr>
        <p:spPr>
          <a:xfrm>
            <a:off x="934064" y="1410064"/>
            <a:ext cx="6096000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TS.Đào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Trung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Kiên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(A9-T9; 0989539685)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72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223771"/>
                </a:solidFill>
              </a:defRPr>
            </a:lvl1pPr>
          </a:lstStyle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50322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223771"/>
                </a:solidFill>
              </a:defRPr>
            </a:lvl1pPr>
          </a:lstStyle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8223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223771"/>
                </a:solidFill>
              </a:defRPr>
            </a:lvl1pPr>
          </a:lstStyle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87638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223771"/>
                </a:solidFill>
              </a:defRPr>
            </a:lvl1pPr>
          </a:lstStyle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4097379355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481</TotalTime>
  <Words>38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UTM Avo</vt:lpstr>
      <vt:lpstr>Vicostone Template</vt:lpstr>
      <vt:lpstr>QUẢN TRỊ LOGISTICS</vt:lpstr>
      <vt:lpstr>  Bộ môn   LOGISTICS VÀ QUẢN LÝ CHUỖI CUNG ỨNG  Department of  Logistics &amp; Supply Chain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User;Thanh NGUYEN - P. Truyền Thông ĐH Thành Tây</dc:creator>
  <cp:lastModifiedBy>Bui Van Thanh</cp:lastModifiedBy>
  <cp:revision>31</cp:revision>
  <dcterms:created xsi:type="dcterms:W3CDTF">2018-07-24T06:18:10Z</dcterms:created>
  <dcterms:modified xsi:type="dcterms:W3CDTF">2024-06-23T17:48:36Z</dcterms:modified>
</cp:coreProperties>
</file>